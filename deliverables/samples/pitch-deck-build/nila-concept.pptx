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Nila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 fictional compact-desk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Small workspaces need thoughtful organization [TO CONFIRM with buyer research]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Modular desk accessories for flexible layouts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Who it serves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People working from compact home desks [TO CONFIRM]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Product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Tray, stand and cable holder; conceptual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Choose a layout, place essentials, adjust as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Market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[TO CONFIRM: market size and source]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[TO CONFIRM: channel tests and budget]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[TO CONFIRM: founders and credentials]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[TO CONFIRM: purpose and requested next step]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